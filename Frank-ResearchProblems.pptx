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0" r:id="rId3"/>
    <p:sldId id="264" r:id="rId4"/>
    <p:sldId id="265" r:id="rId5"/>
    <p:sldId id="263" r:id="rId6"/>
    <p:sldId id="261" r:id="rId7"/>
    <p:sldId id="262" r:id="rId8"/>
    <p:sldId id="257" r:id="rId9"/>
    <p:sldId id="258" r:id="rId10"/>
    <p:sldId id="259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876" autoAdjust="0"/>
  </p:normalViewPr>
  <p:slideViewPr>
    <p:cSldViewPr snapToGrid="0">
      <p:cViewPr varScale="1">
        <p:scale>
          <a:sx n="68" d="100"/>
          <a:sy n="68" d="100"/>
        </p:scale>
        <p:origin x="123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697BA-3CE7-4D3B-94DC-DF48C972CCC5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AD25AD-557F-43B3-9A7D-A82CC1A892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906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https://arxiv.org/pdf/math/0612041</a:t>
            </a:r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D25AD-557F-43B3-9A7D-A82CC1A89299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1311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Dual Bregman divergences with mixed parameterizations and</a:t>
            </a:r>
          </a:p>
          <a:p>
            <a:r>
              <a:rPr kumimoji="1" lang="en-US" altLang="ja-JP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partial conjugates</a:t>
            </a:r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D25AD-557F-43B3-9A7D-A82CC1A89299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56538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https://hal.science/hal-00989632/document</a:t>
            </a:r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D25AD-557F-43B3-9A7D-A82CC1A89299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8009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https://arxiv.org/abs/1609.05988</a:t>
            </a:r>
          </a:p>
          <a:p>
            <a:endParaRPr kumimoji="1" lang="en-US" altLang="ja-JP" dirty="0"/>
          </a:p>
          <a:p>
            <a:r>
              <a:rPr kumimoji="1" lang="en-US" altLang="ja-JP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Partial Legendre Transformation</a:t>
            </a:r>
          </a:p>
          <a:p>
            <a:r>
              <a:rPr kumimoji="1" lang="en-US" altLang="ja-JP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Plurisubharmonic Functions</a:t>
            </a:r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D25AD-557F-43B3-9A7D-A82CC1A89299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27527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D25AD-557F-43B3-9A7D-A82CC1A89299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13220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https://arxiv.org/pdf/1610.01871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https://ocw.mit.edu/courses/6-253-convex-analysis-and-optimization-spring-2012/69136e797daa75d9481c21d1f6b84a31_MIT6_253S12_lec05.pdf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Hilbert’s projective metric on Lorenz cones and Birkhoff formula for Lorentzian compressions</a:t>
            </a:r>
          </a:p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D25AD-557F-43B3-9A7D-A82CC1A89299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0198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72428-ACBE-23FF-0F42-3E124624EF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70D462-FC80-013C-33EF-5107CFF622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25951-F8B6-F2CA-8CBC-7B1D54574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492A-BCBB-4ACE-BFD0-9C58B589E637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C94A3-B96E-8B94-54C0-1ECC82BAA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C47E7-6D6A-FD28-9E0C-4FAB8C314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2AC1C-D12D-4B24-ABE8-D1C49A4753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0834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678E-4403-9644-8592-71D31B58A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8B8CB-A9B4-E70F-71B9-E8CFA4A6A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7DF35-4FA6-345A-D44F-150FB64DF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492A-BCBB-4ACE-BFD0-9C58B589E637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560AE-8255-160D-D0EE-4CE90FD7D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457AD-3D4C-2B93-3C59-B199180E7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2AC1C-D12D-4B24-ABE8-D1C49A4753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5060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0AD5B-0058-894B-C74E-66B9D41DB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04656E-A8D0-1FC5-DFC0-C0DF406D0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CA61B-8E2B-FA8F-9AA5-1DCB0A5A9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492A-BCBB-4ACE-BFD0-9C58B589E637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F2C08-C009-F5BD-AF35-5E9209427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30FAF-4EDF-1FFB-64BA-DB4CE7916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2AC1C-D12D-4B24-ABE8-D1C49A4753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6125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59F8B-5D49-E263-AB96-CD6CDD481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4A72E-5193-65C5-C514-F15A402A68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4D8B77-38DB-15E4-A5D0-1DB9FB91E0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E4512A-12AF-C1E9-2934-473A5A6B2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492A-BCBB-4ACE-BFD0-9C58B589E637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2E5CB3-08D4-C28B-3ECB-E7B5A8C7A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AD9A31-7CAD-8851-04B7-682ADDD7E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2AC1C-D12D-4B24-ABE8-D1C49A4753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0349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DAD55-6742-E6C2-821C-FC96E77B2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17D139-FF00-4D33-FB15-0148A3C5F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33091D-1AD2-9CA9-FD3B-8AFAF8C6A9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8FAFA9-5C48-2B1D-D677-8057ADA02B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3E0744-9645-02B0-E4DA-44A0DE4C7A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71EFAD-5601-B490-A780-AC5BD5BD2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492A-BCBB-4ACE-BFD0-9C58B589E637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39AFE0-86E7-CD54-1471-042E469CF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EBA1B9-8C20-2053-91F7-483447EBF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2AC1C-D12D-4B24-ABE8-D1C49A4753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8837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04A3F-8FD2-8BFC-808C-3F4AAB4EE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1DED95-8A2E-AF50-EF47-55E69D233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492A-BCBB-4ACE-BFD0-9C58B589E637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127671-9C7E-857D-8412-4CE9E56F9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C95588-026F-7F76-518E-251E1DAC6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2AC1C-D12D-4B24-ABE8-D1C49A4753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2244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AF5D96-CCE4-FB88-D428-B4783D3C6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492A-BCBB-4ACE-BFD0-9C58B589E637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9A7522-DBF0-7E19-3438-24C6F85F2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D09725-690F-8D84-3BCF-F1C1B6290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2AC1C-D12D-4B24-ABE8-D1C49A4753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8521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47BC-1338-83B5-B518-18129ED79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46CE1-111D-5168-B659-D0E65B9FD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525366-FFFD-8AED-8061-3871193234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24016E-DB39-43CA-60EC-79AE47807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492A-BCBB-4ACE-BFD0-9C58B589E637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1E5BAD-4D15-E870-F2FF-C413DDE9D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BE48F7-8986-D72D-0439-2268308B3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2AC1C-D12D-4B24-ABE8-D1C49A4753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0785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D01C9-DE4C-349F-C125-35BD09779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7EAD28-0AEE-C05D-8335-C22D0DC7E8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9BA1AD-74B2-6DD7-4584-23A02CA1FB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B48333-16CB-7CF3-3F37-1002CC008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492A-BCBB-4ACE-BFD0-9C58B589E637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B37550-BB47-6230-C983-EF9ECB293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ADA61C-F733-CE12-22A2-E7CCF28A3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2AC1C-D12D-4B24-ABE8-D1C49A4753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0131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D05B0-7955-EC72-5C0E-8EEE38D90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CBD60A-89B7-C64C-44D8-1533652AA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A8FC2-1BF1-AB66-1FE2-383764C01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492A-BCBB-4ACE-BFD0-9C58B589E637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F4353-055F-223E-DF49-4A01D21A2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372D3-D6F7-EEA9-E881-290DE1028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2AC1C-D12D-4B24-ABE8-D1C49A4753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5337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6C5465-76DD-5C3E-6412-C0F60914F0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07FAD2-3A6A-EC33-2E59-C55EA5E987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50D41-2756-F3D7-D8D5-2DC50458C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492A-BCBB-4ACE-BFD0-9C58B589E637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6C405-FD9B-E04F-EDD9-288E950B8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2FC11-1E35-BF75-7990-A0AF19C03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2AC1C-D12D-4B24-ABE8-D1C49A4753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4541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68CEEA-51CE-0270-D6D0-0F6D49EFD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D8CAE8-91B7-D99D-7521-41502B9DE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45482-7C48-AE7F-E5AC-5A4F9CEF48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DD492A-BCBB-4ACE-BFD0-9C58B589E637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AF6CC-FDDE-82E6-66C2-9E88059032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59366-FDC8-9DED-99FD-E7F60556C4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32AC1C-D12D-4B24-ABE8-D1C49A4753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2374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C4C32-D096-F9C6-7BE5-8C35E8678E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D9B0D3-358C-FB94-BBCA-B57B37BA16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8488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4BFA7-0D5C-0D88-145E-90743E2DE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177" y="0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Neural information geometry?</a:t>
            </a:r>
            <a:endParaRPr kumimoji="1" lang="ja-JP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CEEE16-D2B0-F097-6AE6-5DBF5B2EFA29}"/>
              </a:ext>
            </a:extLst>
          </p:cNvPr>
          <p:cNvSpPr txBox="1"/>
          <p:nvPr/>
        </p:nvSpPr>
        <p:spPr>
          <a:xfrm>
            <a:off x="8289187" y="648202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https://arxiv.org/abs/1803.07225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384ECA-AB63-7CC5-1EC6-F126A09EA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60" y="2002423"/>
            <a:ext cx="6096000" cy="24549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57D21F-F37B-38AF-767C-98BF70CEE0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3485" y="1089762"/>
            <a:ext cx="5602342" cy="12361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330FCE0-B57F-B5B7-FED8-8A34F8520C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413" y="4577020"/>
            <a:ext cx="5991225" cy="11144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2A670DC-021F-CD5D-459F-DD78B3E2BB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7090" y="2639307"/>
            <a:ext cx="5281139" cy="320833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4476C1B-7068-697E-42BD-43232ACAE5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691445"/>
            <a:ext cx="8610600" cy="7905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6569B61-8C07-FD10-285E-58FB31A3954E}"/>
              </a:ext>
            </a:extLst>
          </p:cNvPr>
          <p:cNvSpPr txBox="1"/>
          <p:nvPr/>
        </p:nvSpPr>
        <p:spPr>
          <a:xfrm>
            <a:off x="462987" y="1325563"/>
            <a:ext cx="52934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Random IG: Monte Carlo generators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378649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9864D-F089-019D-039F-21E6DC200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CD5C9-EE3A-131D-38C1-C641D0129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FCA16-47B8-C676-8349-AA7564FAE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87" y="28575"/>
            <a:ext cx="11020425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264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339C7-B56C-D9C5-686B-E0E5A6DF5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DA90A-2688-7F94-35B2-D037D15FA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9A2D65-1A8A-005E-3AC9-8DB99A1A7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158" y="274637"/>
            <a:ext cx="9353550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070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01187-97B6-25B5-05F8-335BCDCE5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Partial Legendre transform</a:t>
            </a:r>
            <a:endParaRPr kumimoji="1" lang="ja-JP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BC7961-1D8C-5D34-E15F-DB6E990CF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23" y="1443831"/>
            <a:ext cx="5667375" cy="51149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A0C399-D84B-EC2B-ED7F-662F7EE42F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6666" y="1730845"/>
            <a:ext cx="6265333" cy="4524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352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99554-C011-0925-F479-C006355BF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4BE1D-8AB7-C912-C0E5-E2A8150CB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Problem: How to simultaneously learn/approximate a pair of convex conjugate functions?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08068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8BA2B-DB17-86E5-CA96-47962AD7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B9855-46FC-0CD2-5A00-16F5784CF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4601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D48F8-0411-7C89-8998-1CA4EFC5E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	Recession function, recession cone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7B036-F0ED-D4A1-3200-CBC59B9AF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8E140B-8BDE-8680-0D95-E5DE93F6E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1685925"/>
            <a:ext cx="10858500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038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9C5D8-964D-A122-9B60-8FD6F0FA8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3E9D2-01E2-B235-9AC1-2AADF4DF5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F4E70C-BB87-E0CB-ACB5-8F28E0033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7378" y="871538"/>
            <a:ext cx="8734072" cy="40572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655022-08AF-AF5D-FD7E-2B950C409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12" y="5264150"/>
            <a:ext cx="11229975" cy="104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93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5E9AB-4327-7676-CC7E-6A9FD1111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877B4-2DBB-B374-7099-E1514AEBE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1356DE-494E-6CFD-67A8-5C08FBC56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92200"/>
            <a:ext cx="8943975" cy="7334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B38920-4C6E-2EC4-83E3-E2E81BFD7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16731"/>
            <a:ext cx="12192000" cy="26245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ED47FA-E0B7-6AAC-9ED1-A26BC69D4D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37" y="4937125"/>
            <a:ext cx="12125325" cy="82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949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f8e20e6-048a-4bad-a26b-318dd1cd4d47}" enabled="1" method="Privileged" siteId="{66c65d8a-9158-4521-a2d8-664963db48e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134</Words>
  <Application>Microsoft Office PowerPoint</Application>
  <PresentationFormat>Widescreen</PresentationFormat>
  <Paragraphs>24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Theme</vt:lpstr>
      <vt:lpstr>PowerPoint Presentation</vt:lpstr>
      <vt:lpstr>Neural information geometry?</vt:lpstr>
      <vt:lpstr>PowerPoint Presentation</vt:lpstr>
      <vt:lpstr>PowerPoint Presentation</vt:lpstr>
      <vt:lpstr>Partial Legendre transform</vt:lpstr>
      <vt:lpstr>PowerPoint Presentation</vt:lpstr>
      <vt:lpstr>PowerPoint Presentation</vt:lpstr>
      <vt:lpstr> Recession function, recession cone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Nielsen, Frank (SonyCSL)</dc:creator>
  <cp:lastModifiedBy>Nielsen, Frank (SonyCSL)</cp:lastModifiedBy>
  <cp:revision>5</cp:revision>
  <dcterms:created xsi:type="dcterms:W3CDTF">2026-04-21T07:07:26Z</dcterms:created>
  <dcterms:modified xsi:type="dcterms:W3CDTF">2026-04-22T05:30:48Z</dcterms:modified>
</cp:coreProperties>
</file>