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CBC86-4605-4374-43C3-E55BE00C6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734BA-55E1-2E72-BD30-4A43A0D3DE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92B0E-48BA-E005-0C6A-F3363322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E48D2-EA8F-3D17-4836-07D6F724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43EB1-6691-CFA3-9328-B8798A80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51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EF31-EFD1-4823-8AF9-0CE0B697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B465-E350-7CDA-4B30-C001B1982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3D24D-403C-7220-16D4-CE26D9254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EC99-13E0-7007-0F51-A5E461FA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A7C8C-8FCE-8327-33CB-013C18D8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1323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F6A3F-6415-73B1-646E-51F37AE66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E152E-2652-79EE-5E19-3CABFDDB3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1B242-FDD3-0F49-449C-1702F5D5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5319B-BB4A-DA49-ECF3-11393D4D4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D6B6D-1C11-BF2C-CD24-619D1F256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86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B4E4-D978-72D4-6D31-4E0FC18A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11B30-6F3B-A077-87E1-F00EFAC77E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C6D95-96CC-EDC6-D7DB-C202FB661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E7348-889B-19EA-8D7C-B48E51D3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04F1B-95CC-2D60-7F83-292254CD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716C5-3E60-73F8-084F-6C35363D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444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77A6-2438-84B8-90C6-E58BAE46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EC2F5-549D-7943-E270-4288453E1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7ECA7-23F2-B691-AD4F-9CB4B2224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95562-520A-9273-8BF2-080E17A97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777371-8B69-1423-3FCC-049951A7A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168721-EFED-43FD-CAF0-82ACF312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458E4-F738-81FC-4294-7415B665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74BD5-D618-DDF1-E2D4-D01C48B9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734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2EF5-716D-80AF-78F1-52E329639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F446C-6DB2-C756-0BD1-E7473747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D0F16-F939-B05C-EFC3-FEA6C5365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859B5-E21C-55B8-253D-877E45EA2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3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27766-33DE-94D2-A18B-B773CC8D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72FE54-B5B4-6AA7-053C-18796C61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B56B2-3BEB-29DC-D938-5789E511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512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E686-64CE-0DA4-DD0A-97B4E4A8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D3CF7-E1FB-68F1-C46C-A4EAF72F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7F270-163B-39AF-ADD9-D03DB958F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AF546-7809-8B97-D4AB-867E738A1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2D4C2-0096-A9AA-D7F3-7C346F054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DFC60-6063-B4A0-7CA2-2CB4248AE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15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34D45-BBB1-0969-78DC-B1BAA5E1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266AA-4294-EFD9-381A-FDABCCA0A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30582-D5A7-5C64-9A0C-A962028A5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20EDB-BB39-81D4-FFEE-5C11FD93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57DA7-BE22-642A-E957-1B25C95F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977E8-743C-207E-1C61-87261D5E3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71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104FE-BDD2-6CE6-25F5-98B2A0A55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AB38F-2A98-D62D-9B8B-4F563E155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D367A-51D9-6E28-E0BD-F7DDA6A2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4CFE8-9038-FC5D-C599-5663F3E8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5A83B-34F5-2FFB-4242-24A7A713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136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17B653-ACFA-C8E6-6859-3E4A4F51E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6F9EA-C3F4-653C-BAD7-07742D37F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82940-5A75-CFA8-BB7C-A425D656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229B0-4A55-E8AD-75F8-D6A5BABC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8E1C9-CA66-9201-B302-83EDF6A81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60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33F8CA-34A0-AA70-6001-90D5EBFF7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F5695-54FE-9018-626D-55D5CCBCE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1EAC8-9A24-C936-1A91-5209626299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C5798-CB8B-461F-8B05-7B8C8B8F3413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C0212-7DFD-7599-2832-C2794FE4A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7F668-7484-1411-D733-90561799E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C8803-4900-453F-BBD5-4C12829096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571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9258-A6B3-F784-BAF4-64626D4D7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Maximal invariants</a:t>
            </a:r>
            <a:endParaRPr kumimoji="1" lang="ja-JP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5A88D0-6447-1BA4-20D5-6D66ADC59C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6676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E43C4-77A7-1AC8-0088-C0AADAB23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0A69C-A5E0-D0A8-7BEA-E8CFEA176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ML with group theory, symmetry (discrete groups)</a:t>
            </a:r>
          </a:p>
          <a:p>
            <a:r>
              <a:rPr kumimoji="1" lang="en-US" altLang="ja-JP" dirty="0"/>
              <a:t>Topological inference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3692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3E13F-D5BF-4EBF-316E-89ED6686F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C89B-008A-E019-6AF6-AD5691D89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AC4983-0360-6663-7302-386571104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76" y="38099"/>
            <a:ext cx="11106150" cy="1285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CC02FB-E64D-9E33-423E-369542A48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5698" y="1231105"/>
            <a:ext cx="11210925" cy="866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EDAD46-892B-89E1-AC27-6CC9B1D7B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60" y="2190749"/>
            <a:ext cx="9857422" cy="32459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5FB4E8-0EF2-195A-6E48-049902D48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471" y="5166692"/>
            <a:ext cx="8969058" cy="169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50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C577-5AEA-5574-35B3-C8A42BB58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E07D-06AC-6562-06BA-469AC21C1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B2761-DBB5-CBEA-9502-6854845F0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180" y="0"/>
            <a:ext cx="7638366" cy="47845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319892-1728-A502-4DDA-35E3A09B7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760" y="4784543"/>
            <a:ext cx="5343207" cy="211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91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14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Theme</vt:lpstr>
      <vt:lpstr>Maximal invariants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2</cp:revision>
  <dcterms:created xsi:type="dcterms:W3CDTF">2026-04-27T05:38:23Z</dcterms:created>
  <dcterms:modified xsi:type="dcterms:W3CDTF">2026-04-27T07:49:37Z</dcterms:modified>
</cp:coreProperties>
</file>