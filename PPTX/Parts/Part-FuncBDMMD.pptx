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9" r:id="rId3"/>
    <p:sldId id="270" r:id="rId4"/>
    <p:sldId id="267" r:id="rId5"/>
    <p:sldId id="26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57" r:id="rId15"/>
    <p:sldId id="258" r:id="rId16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5" d="100"/>
          <a:sy n="75" d="100"/>
        </p:scale>
        <p:origin x="72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AB1C55-DFB2-EFB1-4F57-937F187F628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en-US" altLang="ja-JP"/>
              <a:t>Click to edit Master title style</a:t>
            </a:r>
            <a:endParaRPr kumimoji="1" lang="ja-JP" alt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6880D3-5C06-7A15-1A24-BC1C275F192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en-US" altLang="ja-JP"/>
              <a:t>Click to edit Master subtitle style</a:t>
            </a:r>
            <a:endParaRPr kumimoji="1" lang="ja-JP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3EF691-2979-75E7-49CA-E8119874E7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B7E9D8-0CC3-4646-A852-744D81977EF6}" type="datetimeFigureOut">
              <a:rPr kumimoji="1" lang="ja-JP" altLang="en-US" smtClean="0"/>
              <a:t>2026/7/1</a:t>
            </a:fld>
            <a:endParaRPr kumimoji="1" lang="ja-JP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1B15495-3F17-C948-1EE9-9506A6A880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AF0052-E2AE-D65C-AD8F-1D2E25EDB2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07FE8E-8FDC-42BC-915E-B709DF4D11B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8322059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02EA53-595A-4F25-629A-6DC39238DA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/>
              <a:t>Click to edit Master title style</a:t>
            </a:r>
            <a:endParaRPr kumimoji="1" lang="ja-JP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0A82E7-8613-54B7-EF45-E80A8398714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en-US" altLang="ja-JP"/>
              <a:t>Click to edit Master text styles</a:t>
            </a:r>
          </a:p>
          <a:p>
            <a:pPr lvl="1"/>
            <a:r>
              <a:rPr kumimoji="1" lang="en-US" altLang="ja-JP"/>
              <a:t>Second level</a:t>
            </a:r>
          </a:p>
          <a:p>
            <a:pPr lvl="2"/>
            <a:r>
              <a:rPr kumimoji="1" lang="en-US" altLang="ja-JP"/>
              <a:t>Third level</a:t>
            </a:r>
          </a:p>
          <a:p>
            <a:pPr lvl="3"/>
            <a:r>
              <a:rPr kumimoji="1" lang="en-US" altLang="ja-JP"/>
              <a:t>Fourth level</a:t>
            </a:r>
          </a:p>
          <a:p>
            <a:pPr lvl="4"/>
            <a:r>
              <a:rPr kumimoji="1" lang="en-US" altLang="ja-JP"/>
              <a:t>Fifth level</a:t>
            </a:r>
            <a:endParaRPr kumimoji="1" lang="ja-JP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D6CA344-341A-6EF0-9FE2-2E9CC7FCEE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B7E9D8-0CC3-4646-A852-744D81977EF6}" type="datetimeFigureOut">
              <a:rPr kumimoji="1" lang="ja-JP" altLang="en-US" smtClean="0"/>
              <a:t>2026/7/1</a:t>
            </a:fld>
            <a:endParaRPr kumimoji="1" lang="ja-JP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EF7B90-2EB8-B7E6-AB42-5869F43221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F4D1AA-028A-AE08-F8B2-C5943E909F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07FE8E-8FDC-42BC-915E-B709DF4D11B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895434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D3AB7E-D877-6B02-64F5-4046597001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en-US" altLang="ja-JP"/>
              <a:t>Click to edit Master title style</a:t>
            </a:r>
            <a:endParaRPr kumimoji="1" lang="ja-JP" alt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C90F214-59AC-21A3-5ADB-DC41F268E39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en-US" altLang="ja-JP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EF482BF-69E4-D485-5AC2-4725E6691D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B7E9D8-0CC3-4646-A852-744D81977EF6}" type="datetimeFigureOut">
              <a:rPr kumimoji="1" lang="ja-JP" altLang="en-US" smtClean="0"/>
              <a:t>2026/7/1</a:t>
            </a:fld>
            <a:endParaRPr kumimoji="1" lang="ja-JP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9AAE7EE-7A4F-29EA-3387-DBB3DB50A9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85CB06F-1AD6-A864-8A9B-D19F93E71C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07FE8E-8FDC-42BC-915E-B709DF4D11B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26056142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7F79FC-3447-AD9C-E5A0-9E634CB48F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/>
              <a:t>Click to edit Master title style</a:t>
            </a:r>
            <a:endParaRPr kumimoji="1" lang="ja-JP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E1901E-6C7C-5EF2-5716-F62F3340270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en-US" altLang="ja-JP"/>
              <a:t>Click to edit Master text styles</a:t>
            </a:r>
          </a:p>
          <a:p>
            <a:pPr lvl="1"/>
            <a:r>
              <a:rPr kumimoji="1" lang="en-US" altLang="ja-JP"/>
              <a:t>Second level</a:t>
            </a:r>
          </a:p>
          <a:p>
            <a:pPr lvl="2"/>
            <a:r>
              <a:rPr kumimoji="1" lang="en-US" altLang="ja-JP"/>
              <a:t>Third level</a:t>
            </a:r>
          </a:p>
          <a:p>
            <a:pPr lvl="3"/>
            <a:r>
              <a:rPr kumimoji="1" lang="en-US" altLang="ja-JP"/>
              <a:t>Fourth level</a:t>
            </a:r>
          </a:p>
          <a:p>
            <a:pPr lvl="4"/>
            <a:r>
              <a:rPr kumimoji="1" lang="en-US" altLang="ja-JP"/>
              <a:t>Fifth level</a:t>
            </a:r>
            <a:endParaRPr kumimoji="1" lang="ja-JP" alt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ABE9AB7-2D3C-EFF6-80BD-2140B96BCAB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en-US" altLang="ja-JP"/>
              <a:t>Click to edit Master text styles</a:t>
            </a:r>
          </a:p>
          <a:p>
            <a:pPr lvl="1"/>
            <a:r>
              <a:rPr kumimoji="1" lang="en-US" altLang="ja-JP"/>
              <a:t>Second level</a:t>
            </a:r>
          </a:p>
          <a:p>
            <a:pPr lvl="2"/>
            <a:r>
              <a:rPr kumimoji="1" lang="en-US" altLang="ja-JP"/>
              <a:t>Third level</a:t>
            </a:r>
          </a:p>
          <a:p>
            <a:pPr lvl="3"/>
            <a:r>
              <a:rPr kumimoji="1" lang="en-US" altLang="ja-JP"/>
              <a:t>Fourth level</a:t>
            </a:r>
          </a:p>
          <a:p>
            <a:pPr lvl="4"/>
            <a:r>
              <a:rPr kumimoji="1" lang="en-US" altLang="ja-JP"/>
              <a:t>Fifth level</a:t>
            </a:r>
            <a:endParaRPr kumimoji="1" lang="ja-JP" alt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2808AD1-046D-7DC4-332F-00E5686423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B7E9D8-0CC3-4646-A852-744D81977EF6}" type="datetimeFigureOut">
              <a:rPr kumimoji="1" lang="ja-JP" altLang="en-US" smtClean="0"/>
              <a:t>2026/7/1</a:t>
            </a:fld>
            <a:endParaRPr kumimoji="1" lang="ja-JP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086E523-AFF8-E9E2-1F54-FB26FE4BE3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C23DB51-B096-8BD2-A8AE-2D0C1A7E38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07FE8E-8FDC-42BC-915E-B709DF4D11B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529312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5C3AF4-B03F-6C88-FE1C-2283844ECD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en-US" altLang="ja-JP"/>
              <a:t>Click to edit Master title style</a:t>
            </a:r>
            <a:endParaRPr kumimoji="1" lang="ja-JP" alt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74CD3F9-8061-9192-7EEC-8442C63756F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en-US" altLang="ja-JP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C0463CC-1CDC-7409-1D39-BE0F202EA0B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en-US" altLang="ja-JP"/>
              <a:t>Click to edit Master text styles</a:t>
            </a:r>
          </a:p>
          <a:p>
            <a:pPr lvl="1"/>
            <a:r>
              <a:rPr kumimoji="1" lang="en-US" altLang="ja-JP"/>
              <a:t>Second level</a:t>
            </a:r>
          </a:p>
          <a:p>
            <a:pPr lvl="2"/>
            <a:r>
              <a:rPr kumimoji="1" lang="en-US" altLang="ja-JP"/>
              <a:t>Third level</a:t>
            </a:r>
          </a:p>
          <a:p>
            <a:pPr lvl="3"/>
            <a:r>
              <a:rPr kumimoji="1" lang="en-US" altLang="ja-JP"/>
              <a:t>Fourth level</a:t>
            </a:r>
          </a:p>
          <a:p>
            <a:pPr lvl="4"/>
            <a:r>
              <a:rPr kumimoji="1" lang="en-US" altLang="ja-JP"/>
              <a:t>Fifth level</a:t>
            </a:r>
            <a:endParaRPr kumimoji="1" lang="ja-JP" alt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452C920-23A0-5052-5694-F99EEFB6889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en-US" altLang="ja-JP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E14BA61-D708-58E9-087B-03BE063CAC8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en-US" altLang="ja-JP"/>
              <a:t>Click to edit Master text styles</a:t>
            </a:r>
          </a:p>
          <a:p>
            <a:pPr lvl="1"/>
            <a:r>
              <a:rPr kumimoji="1" lang="en-US" altLang="ja-JP"/>
              <a:t>Second level</a:t>
            </a:r>
          </a:p>
          <a:p>
            <a:pPr lvl="2"/>
            <a:r>
              <a:rPr kumimoji="1" lang="en-US" altLang="ja-JP"/>
              <a:t>Third level</a:t>
            </a:r>
          </a:p>
          <a:p>
            <a:pPr lvl="3"/>
            <a:r>
              <a:rPr kumimoji="1" lang="en-US" altLang="ja-JP"/>
              <a:t>Fourth level</a:t>
            </a:r>
          </a:p>
          <a:p>
            <a:pPr lvl="4"/>
            <a:r>
              <a:rPr kumimoji="1" lang="en-US" altLang="ja-JP"/>
              <a:t>Fifth level</a:t>
            </a:r>
            <a:endParaRPr kumimoji="1" lang="ja-JP" alt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7C08B85-3646-9339-CAD3-665357CD38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B7E9D8-0CC3-4646-A852-744D81977EF6}" type="datetimeFigureOut">
              <a:rPr kumimoji="1" lang="ja-JP" altLang="en-US" smtClean="0"/>
              <a:t>2026/7/1</a:t>
            </a:fld>
            <a:endParaRPr kumimoji="1" lang="ja-JP" alt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47537F7-074D-DAD6-5420-87082A40C1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0AD6571-452C-647A-0029-8AA487117D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07FE8E-8FDC-42BC-915E-B709DF4D11B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14405885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D646A8-AFC6-A717-DD87-18A5EEC2C0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/>
              <a:t>Click to edit Master title style</a:t>
            </a:r>
            <a:endParaRPr kumimoji="1" lang="ja-JP" alt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3A1B92F-4662-07C7-4C81-FEAD857E2E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B7E9D8-0CC3-4646-A852-744D81977EF6}" type="datetimeFigureOut">
              <a:rPr kumimoji="1" lang="ja-JP" altLang="en-US" smtClean="0"/>
              <a:t>2026/7/1</a:t>
            </a:fld>
            <a:endParaRPr kumimoji="1" lang="ja-JP" alt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962C85C-5E1B-A6E5-9C0A-4A3BD8F3D3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35C5589-A294-A102-5C80-DAEF8E18A5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07FE8E-8FDC-42BC-915E-B709DF4D11B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104062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AE1FD0E-9751-5690-2171-2F95185B5D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B7E9D8-0CC3-4646-A852-744D81977EF6}" type="datetimeFigureOut">
              <a:rPr kumimoji="1" lang="ja-JP" altLang="en-US" smtClean="0"/>
              <a:t>2026/7/1</a:t>
            </a:fld>
            <a:endParaRPr kumimoji="1" lang="ja-JP" alt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0B1D930-6120-A52B-5FA9-FDF5FEB2F5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EECA9D6-D115-B4FB-EADD-16B9D9403A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07FE8E-8FDC-42BC-915E-B709DF4D11B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404887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50DE51-ED70-00D8-C6E6-AAB78411B1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en-US" altLang="ja-JP"/>
              <a:t>Click to edit Master title style</a:t>
            </a:r>
            <a:endParaRPr kumimoji="1" lang="ja-JP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4A58A0-B6A5-D004-89DE-F71201F425D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en-US" altLang="ja-JP"/>
              <a:t>Click to edit Master text styles</a:t>
            </a:r>
          </a:p>
          <a:p>
            <a:pPr lvl="1"/>
            <a:r>
              <a:rPr kumimoji="1" lang="en-US" altLang="ja-JP"/>
              <a:t>Second level</a:t>
            </a:r>
          </a:p>
          <a:p>
            <a:pPr lvl="2"/>
            <a:r>
              <a:rPr kumimoji="1" lang="en-US" altLang="ja-JP"/>
              <a:t>Third level</a:t>
            </a:r>
          </a:p>
          <a:p>
            <a:pPr lvl="3"/>
            <a:r>
              <a:rPr kumimoji="1" lang="en-US" altLang="ja-JP"/>
              <a:t>Fourth level</a:t>
            </a:r>
          </a:p>
          <a:p>
            <a:pPr lvl="4"/>
            <a:r>
              <a:rPr kumimoji="1" lang="en-US" altLang="ja-JP"/>
              <a:t>Fifth level</a:t>
            </a:r>
            <a:endParaRPr kumimoji="1" lang="ja-JP" alt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4235A3B-31A4-A898-D208-146971A1711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en-US" altLang="ja-JP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9B19D04-5F52-6F85-6036-5BF80B355F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B7E9D8-0CC3-4646-A852-744D81977EF6}" type="datetimeFigureOut">
              <a:rPr kumimoji="1" lang="ja-JP" altLang="en-US" smtClean="0"/>
              <a:t>2026/7/1</a:t>
            </a:fld>
            <a:endParaRPr kumimoji="1" lang="ja-JP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CD6983E-2B02-5A83-FB35-6D61465E03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4B5B9D9-B881-D6A3-E32C-47DDB67EDB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07FE8E-8FDC-42BC-915E-B709DF4D11B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4603006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931497-9ED2-E0AE-498E-CADC39C255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en-US" altLang="ja-JP"/>
              <a:t>Click to edit Master title style</a:t>
            </a:r>
            <a:endParaRPr kumimoji="1" lang="ja-JP" alt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9BEEA20-5B21-8CAF-F681-76AF0222EA1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16DFBE0-008F-CFC2-61CA-760EDDE87CC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en-US" altLang="ja-JP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E9E4C11-7002-A599-5A5C-F1B438A2E7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B7E9D8-0CC3-4646-A852-744D81977EF6}" type="datetimeFigureOut">
              <a:rPr kumimoji="1" lang="ja-JP" altLang="en-US" smtClean="0"/>
              <a:t>2026/7/1</a:t>
            </a:fld>
            <a:endParaRPr kumimoji="1" lang="ja-JP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C5C0ACE-F6B2-AE67-F4A0-D9E3E3DCF8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D126A59-3A6A-6AFF-411F-86AE273669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07FE8E-8FDC-42BC-915E-B709DF4D11B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27590709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5A94D3-28D6-074C-288E-D599BF5E12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/>
              <a:t>Click to edit Master title style</a:t>
            </a:r>
            <a:endParaRPr kumimoji="1" lang="ja-JP" alt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FFAA43A-6189-42DA-6B53-2293E49E881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en-US" altLang="ja-JP"/>
              <a:t>Click to edit Master text styles</a:t>
            </a:r>
          </a:p>
          <a:p>
            <a:pPr lvl="1"/>
            <a:r>
              <a:rPr kumimoji="1" lang="en-US" altLang="ja-JP"/>
              <a:t>Second level</a:t>
            </a:r>
          </a:p>
          <a:p>
            <a:pPr lvl="2"/>
            <a:r>
              <a:rPr kumimoji="1" lang="en-US" altLang="ja-JP"/>
              <a:t>Third level</a:t>
            </a:r>
          </a:p>
          <a:p>
            <a:pPr lvl="3"/>
            <a:r>
              <a:rPr kumimoji="1" lang="en-US" altLang="ja-JP"/>
              <a:t>Fourth level</a:t>
            </a:r>
          </a:p>
          <a:p>
            <a:pPr lvl="4"/>
            <a:r>
              <a:rPr kumimoji="1" lang="en-US" altLang="ja-JP"/>
              <a:t>Fifth level</a:t>
            </a:r>
            <a:endParaRPr kumimoji="1" lang="ja-JP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E4E700F-4548-8F2C-70AD-BE779A2072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B7E9D8-0CC3-4646-A852-744D81977EF6}" type="datetimeFigureOut">
              <a:rPr kumimoji="1" lang="ja-JP" altLang="en-US" smtClean="0"/>
              <a:t>2026/7/1</a:t>
            </a:fld>
            <a:endParaRPr kumimoji="1" lang="ja-JP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5BD18EC-A1AD-CD59-A8BC-5AEF17EB75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1A8EF41-7609-EEED-1418-42EFF8BB00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07FE8E-8FDC-42BC-915E-B709DF4D11B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57651962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1BC8507-310D-2FF1-C6E3-2E52A805DE8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en-US" altLang="ja-JP"/>
              <a:t>Click to edit Master title style</a:t>
            </a:r>
            <a:endParaRPr kumimoji="1" lang="ja-JP" alt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9950C03-DF60-B7A8-CB8C-406BB8176A8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en-US" altLang="ja-JP"/>
              <a:t>Click to edit Master text styles</a:t>
            </a:r>
          </a:p>
          <a:p>
            <a:pPr lvl="1"/>
            <a:r>
              <a:rPr kumimoji="1" lang="en-US" altLang="ja-JP"/>
              <a:t>Second level</a:t>
            </a:r>
          </a:p>
          <a:p>
            <a:pPr lvl="2"/>
            <a:r>
              <a:rPr kumimoji="1" lang="en-US" altLang="ja-JP"/>
              <a:t>Third level</a:t>
            </a:r>
          </a:p>
          <a:p>
            <a:pPr lvl="3"/>
            <a:r>
              <a:rPr kumimoji="1" lang="en-US" altLang="ja-JP"/>
              <a:t>Fourth level</a:t>
            </a:r>
          </a:p>
          <a:p>
            <a:pPr lvl="4"/>
            <a:r>
              <a:rPr kumimoji="1" lang="en-US" altLang="ja-JP"/>
              <a:t>Fifth level</a:t>
            </a:r>
            <a:endParaRPr kumimoji="1" lang="ja-JP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B736B7-54CC-9B4F-F0B6-36F20D0000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B7E9D8-0CC3-4646-A852-744D81977EF6}" type="datetimeFigureOut">
              <a:rPr kumimoji="1" lang="ja-JP" altLang="en-US" smtClean="0"/>
              <a:t>2026/7/1</a:t>
            </a:fld>
            <a:endParaRPr kumimoji="1" lang="ja-JP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16B8227-90C3-752A-E59F-7D469700E1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FBEB0C-644F-F02A-7D72-E4C75A36E2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07FE8E-8FDC-42BC-915E-B709DF4D11B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6324947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54DA0D2-4273-3E1F-14EF-4882199679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en-US" altLang="ja-JP"/>
              <a:t>Click to edit Master title style</a:t>
            </a:r>
            <a:endParaRPr kumimoji="1" lang="ja-JP" alt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8DD6A68-AFF6-1393-4B37-8D4685FC4FD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en-US" altLang="ja-JP"/>
              <a:t>Click to edit Master text styles</a:t>
            </a:r>
          </a:p>
          <a:p>
            <a:pPr lvl="1"/>
            <a:r>
              <a:rPr kumimoji="1" lang="en-US" altLang="ja-JP"/>
              <a:t>Second level</a:t>
            </a:r>
          </a:p>
          <a:p>
            <a:pPr lvl="2"/>
            <a:r>
              <a:rPr kumimoji="1" lang="en-US" altLang="ja-JP"/>
              <a:t>Third level</a:t>
            </a:r>
          </a:p>
          <a:p>
            <a:pPr lvl="3"/>
            <a:r>
              <a:rPr kumimoji="1" lang="en-US" altLang="ja-JP"/>
              <a:t>Fourth level</a:t>
            </a:r>
          </a:p>
          <a:p>
            <a:pPr lvl="4"/>
            <a:r>
              <a:rPr kumimoji="1" lang="en-US" altLang="ja-JP"/>
              <a:t>Fifth level</a:t>
            </a:r>
            <a:endParaRPr kumimoji="1" lang="ja-JP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86B398F-670E-EBBA-A282-D52882A7F81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4B7E9D8-0CC3-4646-A852-744D81977EF6}" type="datetimeFigureOut">
              <a:rPr kumimoji="1" lang="ja-JP" altLang="en-US" smtClean="0"/>
              <a:t>2026/7/1</a:t>
            </a:fld>
            <a:endParaRPr kumimoji="1" lang="ja-JP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2523F43-9099-50AC-B0B6-D1CA4210F9C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535B22-BD75-9099-4B0F-7353B2B7FDA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307FE8E-8FDC-42BC-915E-B709DF4D11B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9580894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4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8756AF-3A70-F806-BBDE-A0A02E2B265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kumimoji="1" lang="en-US" altLang="ja-JP" dirty="0"/>
              <a:t>Functional Bregman divergences in Hilbert spaces</a:t>
            </a:r>
            <a:endParaRPr kumimoji="1" lang="ja-JP" alt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A0F79FE-A314-2AB7-9796-52311BE5EC6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ja-JP" altLang="ja-JP" sz="3600" dirty="0"/>
              <a:t>kernelised functional Bregman divergences</a:t>
            </a:r>
            <a:r>
              <a:rPr lang="en-US" altLang="ja-JP" sz="3600" dirty="0"/>
              <a:t> generalizing MMDs</a:t>
            </a:r>
            <a:endParaRPr kumimoji="1" lang="ja-JP" altLang="en-US" sz="3600" dirty="0"/>
          </a:p>
        </p:txBody>
      </p:sp>
    </p:spTree>
    <p:extLst>
      <p:ext uri="{BB962C8B-B14F-4D97-AF65-F5344CB8AC3E}">
        <p14:creationId xmlns:p14="http://schemas.microsoft.com/office/powerpoint/2010/main" val="41802086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20E6E7-8EB4-1448-E3E9-F3EDB1CEF1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ja-JP" alt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772DADA-6DA9-98BD-8BE1-E30C4A2581B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4233" y="86071"/>
            <a:ext cx="7197212" cy="247898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66206BC-AF55-7492-F067-87751FFB26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6790" y="2215392"/>
            <a:ext cx="12192000" cy="628716"/>
          </a:xfrm>
          <a:prstGeom prst="rect">
            <a:avLst/>
          </a:prstGeom>
        </p:spPr>
      </p:pic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905DD469-BB50-E0E6-5FE8-2AD1114CE23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ja-JP" altLang="en-US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827F5BEC-B648-EC9A-D22D-780274A3E1F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2844108"/>
            <a:ext cx="11074400" cy="2136491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A5A93B0A-42B8-EB7C-4639-61C26D0C188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81058" y="5018370"/>
            <a:ext cx="5076825" cy="495300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C386C1C4-FF36-9A89-6FD7-1FED368D221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297680" y="5578781"/>
            <a:ext cx="7241222" cy="1135160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60A7BC48-C68C-E61E-024B-5742D6BBCB7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452893" y="4425361"/>
            <a:ext cx="3286125" cy="1409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120046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33ADEAE5-B080-4DEC-819A-00E41A93F8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9FB580A-BA0E-4D5E-90F4-C42767A783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189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051D4DF-DE4A-0F97-CEA7-613E36413F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6275" y="3655371"/>
            <a:ext cx="9679449" cy="1463136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kumimoji="1" lang="en-US" altLang="ja-JP" sz="56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Bregman left-sided projection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0C4C5CD2-E191-484F-7CB4-5FF4FB4411D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40006" y="1180477"/>
            <a:ext cx="11111988" cy="18890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951939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45A9E4-647E-1528-D82A-B294B22D38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8265" y="-96991"/>
            <a:ext cx="11747090" cy="1325563"/>
          </a:xfrm>
        </p:spPr>
        <p:txBody>
          <a:bodyPr/>
          <a:lstStyle/>
          <a:p>
            <a:r>
              <a:rPr kumimoji="1" lang="en-US" altLang="ja-JP" b="1" dirty="0">
                <a:solidFill>
                  <a:srgbClr val="0000FF"/>
                </a:solidFill>
              </a:rPr>
              <a:t>Riesz representer theorem </a:t>
            </a:r>
            <a:r>
              <a:rPr lang="en-US" altLang="ja-JP" b="1" dirty="0">
                <a:solidFill>
                  <a:srgbClr val="0000FF"/>
                </a:solidFill>
              </a:rPr>
              <a:t>and Fréchet gradient</a:t>
            </a:r>
            <a:endParaRPr kumimoji="1" lang="ja-JP" altLang="en-US" b="1" dirty="0">
              <a:solidFill>
                <a:srgbClr val="0000FF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79C5F1-D2CA-B3E9-BA13-64071A93DCE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CB183C1-6BEB-C7B4-6A07-602470A256A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8265" y="2686846"/>
            <a:ext cx="10726994" cy="417115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EFB4BF8-EB95-E237-1EC3-C2524E9605E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958619"/>
            <a:ext cx="12192000" cy="14843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246110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873256-7F15-FD08-3356-C1E00FF254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76A841-E85D-E676-F87E-7EAB9199E64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047A0B4-1432-6538-7906-A5545B6BA5F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141094"/>
            <a:ext cx="12192000" cy="35441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100423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A57102-B2EC-937F-565F-4E1FB5EFA1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ja-JP" alt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B4694BF-1D5F-86BB-5559-26F189A3E6C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223581"/>
            <a:ext cx="12192000" cy="345056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ED4C008-2489-C4CE-26EA-8B42BBA47F6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878060"/>
            <a:ext cx="12192000" cy="19168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591400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14A820-9F98-17C8-3EEA-7F4E764E0E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E77240-21E3-63C2-DE20-ACE5626FB69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DAC95E6-070B-CEDA-2237-9140532B8E3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0320" y="154941"/>
            <a:ext cx="10515600" cy="278649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8F4D294-7E9E-7BAA-9A44-25C43209377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442" y="3085924"/>
            <a:ext cx="8982075" cy="97155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EFA3F9E4-D205-7E8F-1CAE-6A91841D68E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4057474"/>
            <a:ext cx="12192000" cy="1461425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BC9933F5-F41C-13F2-28A6-0F0C2564F75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1442" y="5282163"/>
            <a:ext cx="12192000" cy="15758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90748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01617C-B519-D6D6-FCC1-A84A9D4290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2D7AF9-DC80-B2FE-9EAC-E08281C5A50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3C69016-345C-EAAF-3F49-DCB61C4E38B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427921"/>
            <a:ext cx="12192000" cy="20021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667836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F011E9-897E-CC54-A740-31ACB193DB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E5E4EB-50ED-C513-46C0-234DBB8765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654AD50-7CE5-996E-0E95-D2166BF506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318231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2515802-CEFB-C6E0-706D-79AE51709E4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207206"/>
            <a:ext cx="12192000" cy="32856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201714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0A28D6-50ED-8466-5752-2C26040AED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5D781E-E154-9055-FC63-719ECCF6E3A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FDDDC20-DAF7-FAE8-0850-CF8CC8DD8A0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0388"/>
            <a:ext cx="12192000" cy="2750473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53090964-737A-FCAD-03CC-EC017FE215A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30400" y="3429000"/>
            <a:ext cx="7762240" cy="32187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056797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CABD41-6E8B-AC03-C336-40A72E6539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ja-JP" alt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11F542C-617E-9DED-AFFC-053308F120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04262"/>
            <a:ext cx="12192000" cy="104728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0036B63-9CF7-0ADC-58DF-05098B429CA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133125"/>
            <a:ext cx="12192000" cy="159606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5664A0DD-29A6-8170-44A3-7ABAE9BBF49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4044516"/>
            <a:ext cx="12192000" cy="20608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969959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3D65F0-B2F2-03CB-9856-C33553662A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93CD61-55AF-DCF9-7C56-30E67E6815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B9813F3-F64E-4A99-325A-9A6A85707A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08923"/>
            <a:ext cx="12192000" cy="54401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188393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7C0250-2362-5E01-9249-EC98C6C242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7B3968-038C-F285-4D18-9A3C3BA4710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3B96076-9B57-3DCC-3EA9-2E7E5AB2AC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444012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9243544-3ED8-AA69-C463-96215CD0935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637941"/>
            <a:ext cx="12192000" cy="16739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64693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6E97FB-61D4-E861-C0E1-063D42BBE1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4849C6-A112-5337-FACF-0B7D2B3CA3D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F76186A-CF8C-54FB-DD3A-3A9F6109FCF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01207"/>
            <a:ext cx="12192000" cy="50555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073706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56C6C3-1F3B-00F8-2034-7B19A24E2B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F7660E-E5F8-D0A6-76A1-1B16FFDC268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CD26B00-A6B0-7444-FD2E-DF1B9CED1E2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086178"/>
            <a:ext cx="12192000" cy="46856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423405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1f8e20e6-048a-4bad-a26b-318dd1cd4d47}" enabled="1" method="Privileged" siteId="{66c65d8a-9158-4521-a2d8-664963db48e4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83</TotalTime>
  <Words>21</Words>
  <Application>Microsoft Office PowerPoint</Application>
  <PresentationFormat>Widescreen</PresentationFormat>
  <Paragraphs>4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游ゴシック</vt:lpstr>
      <vt:lpstr>游ゴシック Light</vt:lpstr>
      <vt:lpstr>Arial</vt:lpstr>
      <vt:lpstr>Office Theme</vt:lpstr>
      <vt:lpstr>Functional Bregman divergences in Hilbert spaces</vt:lpstr>
      <vt:lpstr>PowerPoint Presentation</vt:lpstr>
      <vt:lpstr>Bregman left-sided projection</vt:lpstr>
      <vt:lpstr>Riesz representer theorem and Fréchet gradient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Nielsen, Frank (SonyCSL)</dc:creator>
  <cp:lastModifiedBy>Nielsen, Frank (SonyCSL)</cp:lastModifiedBy>
  <cp:revision>4</cp:revision>
  <dcterms:created xsi:type="dcterms:W3CDTF">2026-06-30T23:28:34Z</dcterms:created>
  <dcterms:modified xsi:type="dcterms:W3CDTF">2026-07-01T08:47:03Z</dcterms:modified>
</cp:coreProperties>
</file>