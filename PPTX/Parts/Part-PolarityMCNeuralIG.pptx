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99" autoAdjust="0"/>
  </p:normalViewPr>
  <p:slideViewPr>
    <p:cSldViewPr snapToGrid="0">
      <p:cViewPr varScale="1">
        <p:scale>
          <a:sx n="69" d="100"/>
          <a:sy n="69" d="100"/>
        </p:scale>
        <p:origin x="120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BDD6B-523B-4046-8EA5-0AED661FF753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A79EF-DF44-4BBA-8545-E22B282D5B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12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clusion_(set_theory)" TargetMode="External"/><Relationship Id="rId13" Type="http://schemas.openxmlformats.org/officeDocument/2006/relationships/hyperlink" Target="https://en.wikipedia.org/wiki/Parabola#Pole-polar_relation_of_a_parabola" TargetMode="External"/><Relationship Id="rId3" Type="http://schemas.openxmlformats.org/officeDocument/2006/relationships/hyperlink" Target="https://en.wikipedia.org/wiki/Correlation_(projective_geometry)" TargetMode="External"/><Relationship Id="rId7" Type="http://schemas.openxmlformats.org/officeDocument/2006/relationships/hyperlink" Target="https://en.wikipedia.org/wiki/Projective_space#Projective_subspace" TargetMode="External"/><Relationship Id="rId12" Type="http://schemas.openxmlformats.org/officeDocument/2006/relationships/hyperlink" Target="https://en.wikipedia.org/wiki/Hyperbola#Pole-polar_relation_for_a_hyperbola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Projective_space" TargetMode="External"/><Relationship Id="rId11" Type="http://schemas.openxmlformats.org/officeDocument/2006/relationships/hyperlink" Target="https://en.wikipedia.org/wiki/Ellipse#Pole-polar_relation" TargetMode="External"/><Relationship Id="rId5" Type="http://schemas.openxmlformats.org/officeDocument/2006/relationships/hyperlink" Target="https://en.wikipedia.org/wiki/Projective_geometry" TargetMode="External"/><Relationship Id="rId10" Type="http://schemas.openxmlformats.org/officeDocument/2006/relationships/hyperlink" Target="https://en.wikipedia.org/wiki/Conic_section" TargetMode="External"/><Relationship Id="rId4" Type="http://schemas.openxmlformats.org/officeDocument/2006/relationships/hyperlink" Target="https://en.wikipedia.org/wiki/Involution_(mathematics)" TargetMode="External"/><Relationship Id="rId9" Type="http://schemas.openxmlformats.org/officeDocument/2006/relationships/hyperlink" Target="https://en.wikipedia.org/wiki/Incidence_(geometry)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https://en.wikipedia.org/wiki/Pole_and_polar</a:t>
            </a:r>
          </a:p>
          <a:p>
            <a:endParaRPr kumimoji="1" lang="en-US" altLang="ja-JP" dirty="0"/>
          </a:p>
          <a:p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kumimoji="1" lang="ja-JP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polarity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orrelation (projective geometry)"/>
              </a:rPr>
              <a:t>correlation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is also an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Involution (mathematics)"/>
              </a:rPr>
              <a:t>involution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Projective geometry"/>
              </a:rPr>
              <a:t>projective geometry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kumimoji="1" lang="ja-JP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transformation of a </a:t>
            </a:r>
            <a:r>
              <a:rPr kumimoji="1" lang="ja-JP" altLang="ja-JP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-dimensional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Projective space"/>
              </a:rPr>
              <a:t>projective space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maps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Projective space"/>
              </a:rPr>
              <a:t>subspaces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dimension </a:t>
            </a:r>
            <a:r>
              <a:rPr kumimoji="1" lang="ja-JP" altLang="ja-JP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subspaces of dimension </a:t>
            </a:r>
            <a:r>
              <a:rPr kumimoji="1" lang="ja-JP" altLang="ja-JP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 </a:t>
            </a:r>
            <a:r>
              <a:rPr kumimoji="1" lang="ja-JP" altLang="ja-JP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− 1, reversing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Inclusion (set theory)"/>
              </a:rPr>
              <a:t>inclusion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preserving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Incidence (geometry)"/>
              </a:rPr>
              <a:t>incidence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Correlations are also called </a:t>
            </a:r>
            <a:r>
              <a:rPr kumimoji="1" lang="ja-JP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reciprocities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kumimoji="1" lang="ja-JP" altLang="ja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reciprocal transformations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ja-JP" altLang="ja-JP" dirty="0"/>
              <a:t>non-involutory dualities</a:t>
            </a:r>
            <a:endParaRPr lang="en-US" altLang="ja-JP" dirty="0"/>
          </a:p>
          <a:p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concepts of pole, polar and reciprocation can be generalized from circles to other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Conic section"/>
              </a:rPr>
              <a:t>conic sections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which are the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Ellipse"/>
              </a:rPr>
              <a:t>ellipse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Hyperbola"/>
              </a:rPr>
              <a:t>hyperbola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kumimoji="1" lang="ja-JP" altLang="ja-JP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 tooltip="Parabola"/>
              </a:rPr>
              <a:t>parabola</a:t>
            </a:r>
            <a:r>
              <a:rPr kumimoji="1" lang="ja-JP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dirty="0"/>
              <a:t>https://en.wikipedia.org/wiki/Correlation_(projective_geometry)</a:t>
            </a: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A79EF-DF44-4BBA-8545-E22B282D5B7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842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https://graphics.stanford.edu/courses/cs268-16-fall/Notes/cmsc754-lects.pdf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A79EF-DF44-4BBA-8545-E22B282D5B7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903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FD8A-4406-50B3-68C9-2F490B035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2792F-7D87-D184-0A0D-9D389B24D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8C4E-A4F2-647A-0718-F9D97248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A2D12-E228-E5EF-6F2B-21A1FB95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7D790-8451-2D4B-F41B-3CF5EEF5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41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0FA0-C203-2DB3-F764-D545C6CC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68F46-5FD8-2EFB-149B-3D162F24C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54E02-0E68-D43C-947A-BC000768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4A58-6FBA-C53A-ADFA-462EEF02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4595A-EADD-FC33-C924-6151CE9E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90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0094-18BD-525F-E0C1-FD8978DD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729D0-F54D-50F6-FB4F-8C1C36D96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08AE1-A880-2501-6D3E-F6FF381E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7FB7B-4E01-2B4C-15DC-7F6C9A34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64FA8-317A-0895-91CC-45C1A5D97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38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9A28-C556-595C-5A25-43CE689B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BB39-3BDA-C1F4-A014-E7B5A4DF0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86CD9-77DE-C0BF-D720-12B196BC4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787F4-2718-F337-0CAF-EAE2EBD1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28BDD-933C-0741-086B-A4A638E9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A41B6-645B-71AD-96A7-6138D8B8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2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DF97-3C08-5526-8BE3-2E58CC3B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3DB6F-5B12-1B0F-348A-C77902B6F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2B62D-B978-BCC8-DEE6-7D036B77E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C740E-B3DE-78A5-189D-3779000DD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70E45-0D80-86B7-6B79-3AA9D11E5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2EDB5-5DA0-8CFC-C44B-6FE16514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2E9730-FA43-8B3D-EEE0-11F733E8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5BEB5-2CCD-EC9A-E7F9-CD65378B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82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5852-9360-65B6-AD3C-6C67FC0C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1A05C-43E3-2DD1-003C-35D4F9BF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0C784-F032-5DC1-C5C9-0AD4CE92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5F9F6-8A51-C796-157B-A84BED1A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89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4E1B20-2DB2-A4CD-3552-C04907DF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DF2A2-47E6-2C8D-9B97-A087D8F8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3E7D7-B3BC-7EE9-6EEB-D0B771C8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05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890C-AD42-CD5E-9659-1B8794CC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79A1D-1C86-D209-16F4-599246AB4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C3BF6-7B76-CAD2-8BFB-5BD8BB66C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99DFE-9213-BFAE-1FA0-F1B296BA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3A384-7255-C873-DEDB-B188A460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41D67-FB07-80F4-2B05-1EB5D9C6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755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B188-4047-B9FE-D459-BEFBCD24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FD947-1C38-5ED6-6149-3857C4F9F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33CD1-6628-500F-0BC8-EDD83CAEB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682AF-BDD3-27E4-D1AF-9BAF4588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AF1D-ED3B-421F-7AC1-891D7F7F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7DF39-6D64-27AC-4DA8-8B627388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6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6EA2-7321-0F2E-7B68-A5A269CA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224A7-B9DD-ABCD-82BD-9D5BD899E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DF455-E56D-1F2D-10A7-B3BDC79C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F1462-4728-965B-3017-8B51279B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34DD-895D-A55D-B650-F4BCC3F8E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78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5EA40-52FC-0F83-2D28-64A87CC7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92799-4900-CCA4-89AC-890B50359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F937D-BF38-900B-A70A-F9F43F11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26809-08A4-8D8A-B3EF-54AF736C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FC618-E66D-C3AC-8A75-F5D70A59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67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4325C1-11BE-E715-9EDB-9E4E167E5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DCB2D-5006-288F-8D4E-57639A6E0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6F0B1-8020-9305-C9AE-A1B5E4229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37792-F348-45D0-8BB7-FDC28AB1A6A6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0462-FE78-032E-CEFF-3D5A2AE82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53F94-F750-3E5D-DE2C-BBD8BB4C2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A30B1-FAE6-4691-86BC-AC73319CD2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231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3DF6-AD7E-3A20-17D5-8E5BD40B46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Monte Carlo and Neural Information Geometry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DE591-C8EA-68F6-2BCF-5B828726D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6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359D-3B62-C21E-A76F-70896558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365125"/>
            <a:ext cx="11946673" cy="1325563"/>
          </a:xfrm>
        </p:spPr>
        <p:txBody>
          <a:bodyPr/>
          <a:lstStyle/>
          <a:p>
            <a:r>
              <a:rPr kumimoji="1" lang="en-US" altLang="ja-JP" dirty="0"/>
              <a:t>Implementing information-geometric structures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A2D4D-C182-B252-98C2-227EBECCC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33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887E-EF3C-A8F9-0F40-EDD33458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31E8-8BF1-C519-B0EE-E91D837D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Incidence preserving, inclusion reversing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7750F-BD3E-30CE-BCC4-FC1C55F9A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" y="4245727"/>
            <a:ext cx="5985942" cy="2612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56A40-816D-F48B-BC68-925460C3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18620"/>
            <a:ext cx="5763094" cy="336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26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152</Words>
  <Application>Microsoft Office PowerPoint</Application>
  <PresentationFormat>Widescreen</PresentationFormat>
  <Paragraphs>17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Theme</vt:lpstr>
      <vt:lpstr>Monte Carlo and Neural Information Geometry</vt:lpstr>
      <vt:lpstr>Implementing information-geometric structures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1</cp:revision>
  <dcterms:created xsi:type="dcterms:W3CDTF">2026-06-11T07:20:19Z</dcterms:created>
  <dcterms:modified xsi:type="dcterms:W3CDTF">2026-06-11T08:10:07Z</dcterms:modified>
</cp:coreProperties>
</file>